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Gladiator – Employee Resource Management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Android Application using Kotlin, Jetpack Compose &amp;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struggle to track employee availability and skills.</a:t>
            </a:r>
          </a:p>
          <a:p>
            <a:pPr/>
            <a:r>
              <a:t>Project managers cannot easily identify employees suitable for projects.</a:t>
            </a:r>
          </a:p>
          <a:p>
            <a:pPr/>
            <a:r>
              <a:t>Benched employees remain underutilized.</a:t>
            </a:r>
          </a:p>
          <a:p>
            <a:pPr/>
            <a:r>
              <a:t>No centralized platform connects project requirements with available talent.</a:t>
            </a:r>
          </a:p>
          <a:p>
            <a:pPr/>
            <a:r>
              <a:t>Manual processes slow down project staffing.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Gladiator is a mobile application for employee resource management.</a:t>
            </a:r>
          </a:p>
          <a:p>
            <a:pPr/>
            <a:r>
              <a:t>It connects project managers with available employees.</a:t>
            </a:r>
          </a:p>
          <a:p>
            <a:pPr/>
            <a:r>
              <a:t>Employees maintain profiles with skills and experience.</a:t>
            </a:r>
          </a:p>
          <a:p>
            <a:pPr/>
            <a:r>
              <a:t>Managers can post project requirements.</a:t>
            </a:r>
          </a:p>
          <a:p>
            <a:pPr/>
            <a:r>
              <a:t>Employees can apply to projects directly through the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employee resource utilization.</a:t>
            </a:r>
          </a:p>
          <a:p>
            <a:pPr/>
            <a:r>
              <a:t>Provide transparency in employee availability.</a:t>
            </a:r>
          </a:p>
          <a:p>
            <a:pPr/>
            <a:r>
              <a:t>Enable managers to find employees with required skills quickly.</a:t>
            </a:r>
          </a:p>
          <a:p>
            <a:pPr/>
            <a:r>
              <a:t>Create a centralized platform for project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Platform: Android</a:t>
            </a:r>
          </a:p>
          <a:p>
            <a:pPr/>
            <a:r>
              <a:t>Language: Kotlin</a:t>
            </a:r>
          </a:p>
          <a:p>
            <a:pPr/>
            <a:r>
              <a:t>UI Framework: Jetpack Compose</a:t>
            </a:r>
          </a:p>
          <a:p>
            <a:pPr/>
            <a:r>
              <a:t>Architecture: MVVM</a:t>
            </a:r>
          </a:p>
          <a:p>
            <a:pPr/>
            <a:r>
              <a:t>Backend: Firebase Realtime Database</a:t>
            </a:r>
          </a:p>
          <a:p>
            <a:pPr/>
            <a:r>
              <a:t>Authentication: Firebase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</a:t>
            </a:r>
          </a:p>
          <a:p>
            <a:pPr/>
            <a:r>
              <a:t>• Create and manage profile</a:t>
            </a:r>
          </a:p>
          <a:p>
            <a:pPr/>
            <a:r>
              <a:t>• Add skills and experience</a:t>
            </a:r>
          </a:p>
          <a:p>
            <a:pPr/>
            <a:r>
              <a:t>• Toggle bench status</a:t>
            </a:r>
          </a:p>
          <a:p>
            <a:pPr/>
            <a:r>
              <a:t>• Apply to projects</a:t>
            </a:r>
          </a:p>
          <a:p>
            <a:pPr/>
            <a:r>
              <a:t>Project Manager</a:t>
            </a:r>
          </a:p>
          <a:p>
            <a:pPr/>
            <a:r>
              <a:t>• Post project requirements</a:t>
            </a:r>
          </a:p>
          <a:p>
            <a:pPr/>
            <a:r>
              <a:t>• Search employees by skill</a:t>
            </a:r>
          </a:p>
          <a:p>
            <a:pPr/>
            <a:r>
              <a:t>• Accept or reject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MVVM Architecture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MVVM Architecture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View: Jetpack Compose UI screens that users interact with.</a:t>
            </a:r>
          </a:p>
          <a:p>
            <a:pPr/>
            <a:r>
              <a:t>ViewModel: Handles UI state and business logic.</a:t>
            </a:r>
          </a:p>
          <a:p>
            <a:pPr/>
            <a:r>
              <a:t>Repository: Manages data operations and communicates with Firebase.</a:t>
            </a:r>
          </a:p>
          <a:p>
            <a:pPr/>
            <a:r>
              <a:t>Firebase acts as the backend database and authentication provider.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User Action → UI → ViewModel → Repository → Firebase Flow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is organized into multiple layers.</a:t>
            </a:r>
          </a:p>
          <a:p>
            <a:pPr/>
            <a:r>
              <a:t>Data Layer: Contains models, repositories and Firebase services.</a:t>
            </a:r>
          </a:p>
          <a:p>
            <a:pPr/>
            <a:r>
              <a:t>ViewModel Layer: Handles application logic.</a:t>
            </a:r>
          </a:p>
          <a:p>
            <a:pPr/>
            <a:r>
              <a:t>UI Layer: Jetpack Compose screens and components.</a:t>
            </a:r>
          </a:p>
          <a:p>
            <a:pPr/>
            <a:r>
              <a:t>Util Layer: Contains helpers, constants and validators.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Firebase 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Stores authentication data and role.</a:t>
            </a:r>
          </a:p>
          <a:p>
            <a:pPr/>
            <a:r>
              <a:t>Profiles: Stores employee skills, experience and bench status.</a:t>
            </a:r>
          </a:p>
          <a:p>
            <a:pPr/>
            <a:r>
              <a:t>Projects: Stores project details created by managers.</a:t>
            </a:r>
          </a:p>
          <a:p>
            <a:pPr/>
            <a:r>
              <a:t>Applications: Stores employee applications for projects.</a:t>
            </a:r>
          </a:p>
          <a:p>
            <a:pPr/>
            <a:r>
              <a:t>Skills: Master list of available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Entity Relationship Diagram (Users, Profiles, Projects, Applications, Skills)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and manage profile.</a:t>
            </a:r>
          </a:p>
          <a:p>
            <a:pPr/>
            <a:r>
              <a:t>Add skills, certifications and experience.</a:t>
            </a:r>
          </a:p>
          <a:p>
            <a:pPr/>
            <a:r>
              <a:t>Toggle bench status (Available / Working).</a:t>
            </a:r>
          </a:p>
          <a:p>
            <a:pPr/>
            <a:r>
              <a:t>Browse available projects.</a:t>
            </a:r>
          </a:p>
          <a:p>
            <a:pPr/>
            <a:r>
              <a:t>Apply to projects.</a:t>
            </a:r>
          </a:p>
          <a:p>
            <a:pPr/>
            <a:r>
              <a:t>Track application status.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Manager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new projects.</a:t>
            </a:r>
          </a:p>
          <a:p>
            <a:pPr/>
            <a:r>
              <a:t>Edit or delete existing projects.</a:t>
            </a:r>
          </a:p>
          <a:p>
            <a:pPr/>
            <a:r>
              <a:t>Search employees by skills.</a:t>
            </a:r>
          </a:p>
          <a:p>
            <a:pPr/>
            <a:r>
              <a:t>Filter employees by bench status.</a:t>
            </a:r>
          </a:p>
          <a:p>
            <a:pPr/>
            <a:r>
              <a:t>View project applications.</a:t>
            </a:r>
          </a:p>
          <a:p>
            <a:pPr/>
            <a:r>
              <a:t>Accept or reject employee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Employee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Employee User Flow Diagram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Manager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Project Manager User Flow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Application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Diagram Here:</a:t>
            </a:r>
          </a:p>
          <a:p>
            <a:pPr lvl="1"/>
            <a:r>
              <a:t>Complete Navigation Flow 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edit only their own profile.</a:t>
            </a:r>
          </a:p>
          <a:p>
            <a:pPr/>
            <a:r>
              <a:t>Only project managers can create or modify projects.</a:t>
            </a:r>
          </a:p>
          <a:p>
            <a:pPr/>
            <a:r>
              <a:t>Employees can apply for projects.</a:t>
            </a:r>
          </a:p>
          <a:p>
            <a:pPr/>
            <a:r>
              <a:t>Applications can be reviewed only by project managers.</a:t>
            </a:r>
          </a:p>
          <a:p>
            <a:pPr/>
            <a:r>
              <a:t>Skills database is read‑only for users.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 Status Toggle: Allows employees to update availability.</a:t>
            </a:r>
          </a:p>
          <a:p>
            <a:pPr/>
            <a:r>
              <a:t>Project Card: Displays project details in list view.</a:t>
            </a:r>
          </a:p>
          <a:p>
            <a:pPr/>
            <a:r>
              <a:t>Employee Card: Displays employee profile summary.</a:t>
            </a:r>
          </a:p>
          <a:p>
            <a:pPr/>
            <a:r>
              <a:t>Skill Chips: Show employee or project skills.</a:t>
            </a:r>
          </a:p>
          <a:p>
            <a:pPr/>
            <a:r>
              <a:t>Reusable components improve UI consistency.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select role during signup.</a:t>
            </a:r>
          </a:p>
          <a:p>
            <a:pPr/>
            <a:r>
              <a:t>Employees can toggle their bench status.</a:t>
            </a:r>
          </a:p>
          <a:p>
            <a:pPr/>
            <a:r>
              <a:t>Project managers can filter employees based on bench availability.</a:t>
            </a:r>
          </a:p>
          <a:p>
            <a:pPr/>
            <a:r>
              <a:t>Employees can apply only to open projects.</a:t>
            </a:r>
          </a:p>
          <a:p>
            <a:pPr/>
            <a:r>
              <a:t>Applications go through pending, accepted or rejected states.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utilization of employees.</a:t>
            </a:r>
          </a:p>
          <a:p>
            <a:pPr/>
            <a:r>
              <a:t>Faster allocation of resources to projects.</a:t>
            </a:r>
          </a:p>
          <a:p>
            <a:pPr/>
            <a:r>
              <a:t>Transparency between employees and managers.</a:t>
            </a:r>
          </a:p>
          <a:p>
            <a:pPr/>
            <a:r>
              <a:t>Improved project staffing efficiency.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Gladiator provides an efficient solution for employee resource management.</a:t>
            </a:r>
          </a:p>
          <a:p>
            <a:pPr/>
            <a:r>
              <a:t>It bridges the gap between available employees and project needs.</a:t>
            </a:r>
          </a:p>
          <a:p>
            <a:pPr/>
            <a:r>
              <a:t>The system is scalable and can be extended with additional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