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73152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822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D54F"/>
                </a:solidFill>
              </a:rPr>
              <a:t>SUCCESS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↑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E93D8"/>
                </a:solidFill>
              </a:rPr>
              <a:t>Growth · Habits · Mindset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822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C62828"/>
                </a:solidFill>
              </a:rPr>
              <a:t>FAILURE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5C2D91"/>
                </a:solidFill>
              </a:rPr>
              <a:t>↓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</a:rPr>
              <a:t>Stagnation · Excuses · Fear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737360"/>
            <a:ext cx="640080" cy="64008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VS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1280160"/>
          </a:xfrm>
          <a:prstGeom prst="rect">
            <a:avLst/>
          </a:prstGeom>
          <a:solidFill>
            <a:srgbClr val="EDE7F6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2D91"/>
                </a:solidFill>
              </a:rPr>
              <a:t>What Separates Them?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80"/>
                </a:solidFill>
              </a:rPr>
              <a:t>A presentation on mindset, habits &amp; the power of choice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6DD4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Two Paths. One Choice.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EDE7F6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4592" cy="14630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"Success is not final. Failure is not fatal.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It is the courage to continue that counts."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</a:rPr>
              <a:t>— Winston Churchill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Have you ever wondered why some people succeed while others with the same talent fail?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92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Is success really about luck — or is it a daily choice you make?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What separates someone who gives up from someone who never stops?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Today we answer that question — and give you tools to act on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Main Point — Lead With the Answer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5087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Success and Failure are NOT about talent or luck.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They are about DAILY HABITS and MINDSET.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Mindset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Mindset determines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your direction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Habits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Daily habits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or break success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Failure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07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Failure is feedback,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not a final verdict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These 3 insights will be explored and backed with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Need — Why Does This Matter?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90%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startups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within 5 years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70%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people quit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after first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8076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difference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between success &amp; failure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The Real Problem: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Most people are NEVER taught what habits lead to success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treat failure as shameful instead of a learning opportunity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compare our chapter 1 with someone else's chapter 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quit when things get hard — right before the breakthrough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Understanding the problem is the first step to solving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1 — Mindset: The Starting Point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Fixed Mindset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Growth Mindset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am not smart enough"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Avoids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Gives up easily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Ignores feedback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Threatened by others' success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→ Leads to STAGNATION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can learn anything"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Embraces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Persists through setbacks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Learns from criticism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Inspired by others' success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→ Leads to SUCCESS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5C2D91"/>
          </a:solidFill>
          <a:ln w="254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</a:rPr>
              <a:t>VS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Key Takeaway: Your mindset is a CHOICE you make every morning.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2 — Daily Habits: The Bridge Between Goals &amp; Results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2788920"/>
                <a:gridCol w="27889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 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 UNSUCCESSFUL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Morning Routine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Wake up early, plan the day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Start with social media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 30+ min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Haven't read in months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Handling 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Learn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Hide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Goals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Written &amp; reviewed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Vague or non-existent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Hard Work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Embrace the process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Look for shortcuts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2D91"/>
                </a:solidFill>
              </a:rPr>
              <a:t>💡  "You do not rise to the level of your goals. You fall to the level of your habits." — James Clear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3 — Failure Is NOT the Opposite of Success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Famous People Who Failed First: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J.K. Rowling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Harry Potter rejected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by 12 publishers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Best-selling author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of all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Steve Jobs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Fired from Apple,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his own company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Returned &amp; made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Apple #1 in the world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Thomas Edison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1,000 failed attempts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for the light bulb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"I found 1,000 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that won't work"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FAIL = First Attempt In Learning  →  Failure is DATA, not DESTINY.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Every master was once a disaster. Keep going.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 — 5 Steps from Failure to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Change Your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Stop saying 'I can't' — say 'I haven't learned yet'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9612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Build One Habit at a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Don't change everything. Start with one 5-minute habit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Embrace Failure Early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Fail fast, learn fast. Every mistake = new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Find Your 'Why'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A strong reason pushes you past any obstacle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456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56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383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Be Consistent, Not Perfect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3767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Show up every day. Progress beats perfection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Small steps daily lead to extraordinary results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CE93D8"/>
                </a:solidFill>
              </a:rPr>
              <a:t>CALL TO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Choice Is Yours — Starting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down 1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 have been avoiding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Pick ONE habit to 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tomorrow morning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Tell one person your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accountability works!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8321040" cy="6858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22192"/>
            <a:ext cx="8138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2D91"/>
                </a:solidFill>
              </a:rPr>
              <a:t>"The secret of getting ahead is getting started." — Mark Twain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E93D8"/>
                </a:solidFill>
              </a:rPr>
              <a:t>Thank you for listening!  Any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Summary — The Pyramid of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0" y="960120"/>
            <a:ext cx="5852160" cy="65836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96012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Point: Success = Mindset + Daily Habits + Learning from Failure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719072"/>
            <a:ext cx="7498080" cy="65836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Insight 1: Mindset is a choice  |  Insight 2: Habits build success  |  Insight 3: Failure =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78024"/>
            <a:ext cx="8595360" cy="777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78024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Evidence: J.K. Rowling, Steve Jobs, Thomas Edison  |  James Clear on habits  |  5 daily action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8595360" cy="9601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84124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"Every successful person was once where you are.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The difference? They didn't stop."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E93D8"/>
                </a:solidFill>
              </a:rPr>
              <a:t>It was a pleasure presenting to you.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Mindset is a Choice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Habits Build Success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Failure is Feedback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Questions? I'd love to hear your thoughts!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93D8"/>
                </a:solidFill>
              </a:rPr>
              <a:t>Communication Training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 vs Failure</dc:title>
  <dc:subject>PptxGenJS Presentation</dc:subject>
  <dc:creator>PptxGenJS</dc:creator>
  <cp:lastModifiedBy>PptxGenJS</cp:lastModifiedBy>
  <cp:revision>1</cp:revision>
  <dcterms:created xsi:type="dcterms:W3CDTF">2026-03-23T12:33:44Z</dcterms:created>
  <dcterms:modified xsi:type="dcterms:W3CDTF">2026-03-23T12:33:44Z</dcterms:modified>
</cp:coreProperties>
</file>