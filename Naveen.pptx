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02" r:id="rId5"/>
    <p:sldId id="303" r:id="rId6"/>
    <p:sldId id="304" r:id="rId7"/>
    <p:sldId id="292" r:id="rId8"/>
    <p:sldId id="299" r:id="rId9"/>
    <p:sldId id="305" r:id="rId10"/>
    <p:sldId id="261" r:id="rId11"/>
    <p:sldId id="306" r:id="rId12"/>
    <p:sldId id="307" r:id="rId13"/>
    <p:sldId id="308" r:id="rId14"/>
    <p:sldId id="28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 varScale="1">
        <p:scale>
          <a:sx n="59" d="100"/>
          <a:sy n="59" d="100"/>
        </p:scale>
        <p:origin x="964" y="5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574D6-51AD-85A8-3702-BB2AD2D3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64" y="5169146"/>
            <a:ext cx="2738845" cy="979714"/>
          </a:xfrm>
        </p:spPr>
        <p:txBody>
          <a:bodyPr/>
          <a:lstStyle/>
          <a:p>
            <a:r>
              <a:rPr lang="en-IN" dirty="0"/>
              <a:t>Person 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D1655-3E9E-77B7-CC03-5DAF9FDAAB4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51823" y="4904775"/>
            <a:ext cx="2656113" cy="1155432"/>
          </a:xfrm>
        </p:spPr>
        <p:txBody>
          <a:bodyPr>
            <a:normAutofit/>
          </a:bodyPr>
          <a:lstStyle/>
          <a:p>
            <a:r>
              <a:rPr lang="en-IN" sz="4400" b="1" dirty="0"/>
              <a:t>Person 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0A016-E9EA-3624-4058-E8BB65DDC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67" y="292135"/>
            <a:ext cx="2920237" cy="4389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80A819-E1B5-EFEB-521E-4E8489FEC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805" y="292135"/>
            <a:ext cx="2525485" cy="4389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176A0C-F10D-270E-B438-849E8587414A}"/>
              </a:ext>
            </a:extLst>
          </p:cNvPr>
          <p:cNvSpPr txBox="1"/>
          <p:nvPr/>
        </p:nvSpPr>
        <p:spPr>
          <a:xfrm>
            <a:off x="4757805" y="5274283"/>
            <a:ext cx="29445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</a:rPr>
              <a:t>Person 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19E57B-9923-FE45-A555-13742311C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625" y="1153205"/>
            <a:ext cx="3666391" cy="296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9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6E2A-A0D9-193F-CC47-547776CC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028" y="631371"/>
            <a:ext cx="7685315" cy="1702526"/>
          </a:xfrm>
        </p:spPr>
        <p:txBody>
          <a:bodyPr/>
          <a:lstStyle/>
          <a:p>
            <a:r>
              <a:rPr lang="en-IN" dirty="0"/>
              <a:t>“Don’t Judge A Book By It’s Cover!!”</a:t>
            </a:r>
          </a:p>
        </p:txBody>
      </p:sp>
    </p:spTree>
    <p:extLst>
      <p:ext uri="{BB962C8B-B14F-4D97-AF65-F5344CB8AC3E}">
        <p14:creationId xmlns:p14="http://schemas.microsoft.com/office/powerpoint/2010/main" val="15228874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B37F0-9855-D139-F230-8F4585F06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69" y="5355770"/>
            <a:ext cx="1454331" cy="951411"/>
          </a:xfrm>
        </p:spPr>
        <p:txBody>
          <a:bodyPr/>
          <a:lstStyle/>
          <a:p>
            <a:r>
              <a:rPr lang="en-IN" dirty="0"/>
              <a:t>CEO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8ADF2-88A2-6011-291A-634627FE5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23" y="428707"/>
            <a:ext cx="2920237" cy="4389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482D4CF-3E02-3565-CED4-3C71BD9707CE}"/>
              </a:ext>
            </a:extLst>
          </p:cNvPr>
          <p:cNvSpPr txBox="1">
            <a:spLocks/>
          </p:cNvSpPr>
          <p:nvPr/>
        </p:nvSpPr>
        <p:spPr>
          <a:xfrm>
            <a:off x="4709269" y="5138056"/>
            <a:ext cx="2270760" cy="951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Criminal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C225C-2F42-5153-689A-EB324BEE0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70" y="596156"/>
            <a:ext cx="2530059" cy="438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C2E2A9-09F5-537B-3629-9B785E42E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267" y="1435914"/>
            <a:ext cx="3670110" cy="296291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6F76F59-E3DF-1BB1-1AF7-379D6D336078}"/>
              </a:ext>
            </a:extLst>
          </p:cNvPr>
          <p:cNvSpPr txBox="1">
            <a:spLocks/>
          </p:cNvSpPr>
          <p:nvPr/>
        </p:nvSpPr>
        <p:spPr>
          <a:xfrm>
            <a:off x="8562812" y="4985656"/>
            <a:ext cx="2270760" cy="9514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Friendly</a:t>
            </a:r>
          </a:p>
        </p:txBody>
      </p:sp>
    </p:spTree>
    <p:extLst>
      <p:ext uri="{BB962C8B-B14F-4D97-AF65-F5344CB8AC3E}">
        <p14:creationId xmlns:p14="http://schemas.microsoft.com/office/powerpoint/2010/main" val="1706810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/>
          <a:lstStyle/>
          <a:p>
            <a:r>
              <a:rPr lang="en-US" dirty="0"/>
              <a:t>Judge a Book by its Cover – We All Do It!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44292" y="4607513"/>
            <a:ext cx="4912598" cy="914400"/>
          </a:xfrm>
        </p:spPr>
        <p:txBody>
          <a:bodyPr>
            <a:normAutofit/>
          </a:bodyPr>
          <a:lstStyle/>
          <a:p>
            <a:r>
              <a:rPr lang="en-US" sz="2800"/>
              <a:t>B. Naveen</a:t>
            </a:r>
            <a:endParaRPr lang="en-US" sz="2800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B70C147-0D3A-8C36-FB9E-0BB5FB69E41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1065" r="21065"/>
          <a:stretch>
            <a:fillRect/>
          </a:stretch>
        </p:blipFill>
        <p:spPr>
          <a:xfrm>
            <a:off x="6753443" y="906713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085" y="1349829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98525" y="2754086"/>
            <a:ext cx="5012417" cy="3951514"/>
          </a:xfrm>
        </p:spPr>
        <p:txBody>
          <a:bodyPr anchor="t" anchorCtr="0">
            <a:noAutofit/>
          </a:bodyPr>
          <a:lstStyle/>
          <a:p>
            <a:r>
              <a:rPr lang="en-US" sz="2800" dirty="0"/>
              <a:t>Creates a strong first impression</a:t>
            </a:r>
          </a:p>
          <a:p>
            <a:r>
              <a:rPr lang="en-US" sz="2800" dirty="0"/>
              <a:t>Builds Confidence</a:t>
            </a:r>
          </a:p>
          <a:p>
            <a:r>
              <a:rPr lang="en-US" sz="2800" dirty="0"/>
              <a:t>Influences How Others Treat You</a:t>
            </a:r>
          </a:p>
          <a:p>
            <a:r>
              <a:rPr lang="en-US" sz="2800" dirty="0"/>
              <a:t>Reflects Your attitude and discipline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74A89-FC3A-CA5E-379B-AE13FEDF8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9930-CBF7-A53E-7CF6-29E5E03F4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Creates a strong first impression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875F3-31C8-55C0-8EBB-564508A19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487167"/>
            <a:ext cx="5029200" cy="4095877"/>
          </a:xfrm>
          <a:noFill/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è"/>
            </a:pPr>
            <a:r>
              <a:rPr lang="en-US" sz="2800" dirty="0"/>
              <a:t>First Impressions are formed in 5-7 seconds.</a:t>
            </a:r>
          </a:p>
          <a:p>
            <a:pPr marL="571500" indent="-571500">
              <a:buFont typeface="Wingdings" panose="05000000000000000000" pitchFamily="2" charset="2"/>
              <a:buChar char="è"/>
            </a:pPr>
            <a:r>
              <a:rPr lang="en-US" sz="2800" dirty="0"/>
              <a:t>Hard to change once formed</a:t>
            </a:r>
          </a:p>
          <a:p>
            <a:pPr marL="571500" indent="-571500">
              <a:buFont typeface="Wingdings" panose="05000000000000000000" pitchFamily="2" charset="2"/>
              <a:buChar char="è"/>
            </a:pPr>
            <a:r>
              <a:rPr lang="en-US" sz="2800" dirty="0"/>
              <a:t>Based on: </a:t>
            </a:r>
          </a:p>
          <a:p>
            <a:pPr marL="1303020" lvl="1" indent="-571500">
              <a:buFont typeface="Wingdings" panose="05000000000000000000" pitchFamily="2" charset="2"/>
              <a:buChar char="è"/>
            </a:pPr>
            <a:r>
              <a:rPr lang="en-US" sz="2800" dirty="0"/>
              <a:t>Appearance</a:t>
            </a:r>
          </a:p>
          <a:p>
            <a:pPr marL="1303020" lvl="1" indent="-571500">
              <a:buFont typeface="Wingdings" panose="05000000000000000000" pitchFamily="2" charset="2"/>
              <a:buChar char="è"/>
            </a:pPr>
            <a:r>
              <a:rPr lang="en-US" sz="2800" dirty="0"/>
              <a:t>Body Language</a:t>
            </a:r>
          </a:p>
          <a:p>
            <a:pPr marL="1303020" lvl="1" indent="-571500">
              <a:buFont typeface="Wingdings" panose="05000000000000000000" pitchFamily="2" charset="2"/>
              <a:buChar char="è"/>
            </a:pPr>
            <a:r>
              <a:rPr lang="en-US" sz="2800" dirty="0"/>
              <a:t>Dressing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F8200-A480-9F7E-211F-9DFE35AF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94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Builds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Makes you feel self-assured</a:t>
            </a:r>
          </a:p>
          <a:p>
            <a:r>
              <a:rPr lang="en-US" sz="3200" dirty="0"/>
              <a:t>Improves body language</a:t>
            </a:r>
          </a:p>
          <a:p>
            <a:r>
              <a:rPr lang="en-US" sz="3200" dirty="0"/>
              <a:t>Reduces nervousness</a:t>
            </a:r>
          </a:p>
          <a:p>
            <a:r>
              <a:rPr lang="en-US" sz="3200" dirty="0"/>
              <a:t>Boosts 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64DC7-DBA1-C3D5-F6DA-86D6604D2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E236-C796-A366-F304-3E637454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Influences How Others Treat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E8758-1241-8425-C62D-DA6FDB392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People judge based on appearance</a:t>
            </a:r>
          </a:p>
          <a:p>
            <a:r>
              <a:rPr lang="en-US" sz="3200" dirty="0"/>
              <a:t>Creates respect and trust</a:t>
            </a:r>
          </a:p>
          <a:p>
            <a:r>
              <a:rPr lang="en-US" sz="3200" dirty="0"/>
              <a:t>Affects opportunities</a:t>
            </a:r>
          </a:p>
          <a:p>
            <a:r>
              <a:rPr lang="en-US" sz="3200" dirty="0"/>
              <a:t>Impacts professional image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64A21-B1E0-687F-3C1D-4C15138C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0768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0223F-E6AE-DA89-5643-3B1F91B0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301C-A9A1-21C6-4A5E-612863A69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Reflects Your Attitude and Discipline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9B3A-042D-4638-EB54-097B64059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  <a:noFill/>
        </p:spPr>
        <p:txBody>
          <a:bodyPr>
            <a:normAutofit/>
          </a:bodyPr>
          <a:lstStyle/>
          <a:p>
            <a:r>
              <a:rPr lang="en-US" sz="3200" dirty="0"/>
              <a:t>Shows Seriousness towards work</a:t>
            </a:r>
          </a:p>
          <a:p>
            <a:r>
              <a:rPr lang="en-US" sz="3200" dirty="0"/>
              <a:t>Reflects responsibility</a:t>
            </a:r>
          </a:p>
          <a:p>
            <a:r>
              <a:rPr lang="en-US" sz="3200" dirty="0"/>
              <a:t>Indicates self-discipline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2F053-2AED-561D-4688-9662AD69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4525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BB16-8F75-6FCD-30F8-693587650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487168"/>
            <a:ext cx="10091058" cy="3383280"/>
          </a:xfrm>
        </p:spPr>
        <p:txBody>
          <a:bodyPr/>
          <a:lstStyle/>
          <a:p>
            <a:r>
              <a:rPr lang="en-IN" dirty="0"/>
              <a:t>Appearance is Not Everything, But it Shapes The First  Perception Of Everything.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490A1-C183-7ED7-8C22-11C838804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1012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</p:spPr>
        <p:txBody>
          <a:bodyPr>
            <a:normAutofit/>
          </a:bodyPr>
          <a:lstStyle/>
          <a:p>
            <a:r>
              <a:rPr lang="en-US" sz="3200" dirty="0"/>
              <a:t>B. Naveen 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{CD6A7A6C-2D18-4D52-85DD-19964260A48B}TF63aebcec-8e39-4664-940a-dd6c2f00c54d020a9832_win32-3cdd3ee32610</Template>
  <TotalTime>466</TotalTime>
  <Words>149</Words>
  <Application>Microsoft Office PowerPoint</Application>
  <PresentationFormat>Widescreen</PresentationFormat>
  <Paragraphs>46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等线</vt:lpstr>
      <vt:lpstr>Abadi</vt:lpstr>
      <vt:lpstr>Arial</vt:lpstr>
      <vt:lpstr>Calibri</vt:lpstr>
      <vt:lpstr>Posterama</vt:lpstr>
      <vt:lpstr>Posterama Text SemiBold</vt:lpstr>
      <vt:lpstr>Wingdings</vt:lpstr>
      <vt:lpstr>Custom</vt:lpstr>
      <vt:lpstr>Person A</vt:lpstr>
      <vt:lpstr>“Don’t Judge A Book By It’s Cover!!”</vt:lpstr>
      <vt:lpstr>CEO</vt:lpstr>
      <vt:lpstr>Judge a Book by its Cover – We All Do It!</vt:lpstr>
      <vt:lpstr>Agenda </vt:lpstr>
      <vt:lpstr>Creates a strong first impression</vt:lpstr>
      <vt:lpstr>Builds Confidence</vt:lpstr>
      <vt:lpstr>Influences How Others Treat You</vt:lpstr>
      <vt:lpstr>Reflects Your Attitude and Discipline</vt:lpstr>
      <vt:lpstr>Appearance is Not Everything, But it Shapes The First  Perception Of Everything.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Bottu Naveen</dc:creator>
  <cp:lastModifiedBy>Bottu Naveen</cp:lastModifiedBy>
  <cp:revision>1</cp:revision>
  <dcterms:created xsi:type="dcterms:W3CDTF">2026-03-23T18:46:50Z</dcterms:created>
  <dcterms:modified xsi:type="dcterms:W3CDTF">2026-03-24T02:33:17Z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